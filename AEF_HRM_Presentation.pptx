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12188952" cy="1188720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"/>
            <a:ext cx="1920240" cy="6949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508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AEF HR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31B8CF"/>
                </a:solidFill>
              </a:rPr>
              <a:t>LeaveDesk — Integrated Human Resource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154680"/>
            <a:ext cx="6675120" cy="164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101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Presented by the Software Development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673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1B8CF"/>
                </a:solidFill>
              </a:rPr>
              <a:t>Africa Eye Foundation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55448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Africa Eye Foundation  ·  AEF HR Management System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"/>
            <a:ext cx="12188952" cy="91440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91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AEF HRM?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1B8CF"/>
                </a:solidFill>
              </a:rPr>
              <a:t>The problem it solves &amp; what it delivers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554480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0972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AEF HRM (LeaveDesk) is a fully web-based Human Resource Management System built specifically for Africa Eye Foundation. It replaces paper forms and manual processes with structured, automated, role-driven digital workflows.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11430000" cy="16459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2514600" cy="14173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0574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1B8CF"/>
                </a:solidFill>
              </a:rPr>
              <a:t>8+ Roles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974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Full role-based
access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011680"/>
            <a:ext cx="2514600" cy="14173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20574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1B8CF"/>
                </a:solidFill>
              </a:rPr>
              <a:t>6-Step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974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Appraisal approval
hierarchy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011680"/>
            <a:ext cx="2514600" cy="14173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20574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1B8CF"/>
                </a:solidFill>
              </a:rPr>
              <a:t>100% Paperless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6974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Leave, contracts
&amp; appraisals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011680"/>
            <a:ext cx="2514600" cy="14173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05740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1B8CF"/>
                </a:solidFill>
              </a:rPr>
              <a:t>Auto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697480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Letters &amp; reports
generated instantly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4D68"/>
                </a:solidFill>
              </a:rPr>
              <a:t>Key Modules: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31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›  👤 Employee Management — profiles, documents,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9028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›  🏖️ Leave Management — multi-role approval chain, auto balance, PDF letters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48656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›  📋 Personnel Appraisal — 6-step graded workflow with score overrides &amp;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07024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›  📄 Contracts &amp; ⚖️ Discipline — issue, renew, sanctions linked to appraisal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55448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Africa Eye Foundation  ·  AEF HR Management System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"/>
            <a:ext cx="12188952" cy="91440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91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Leave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1B8CF"/>
                </a:solidFill>
              </a:rPr>
              <a:t>Multi-step approval chain with auto PDF generation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554480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078992"/>
            <a:ext cx="1664208" cy="7315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078992"/>
            <a:ext cx="1664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Employee
Submits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12984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4D6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078992"/>
            <a:ext cx="1664208" cy="7315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1078992"/>
            <a:ext cx="1664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Supervisor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12984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4D6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078992"/>
            <a:ext cx="1664208" cy="7315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078992"/>
            <a:ext cx="1664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Unit 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12984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4D6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78992"/>
            <a:ext cx="1664208" cy="7315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078992"/>
            <a:ext cx="1664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HR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12984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4D6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078992"/>
            <a:ext cx="1664208" cy="73152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078992"/>
            <a:ext cx="1664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Director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12984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4D6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1078992"/>
            <a:ext cx="1664208" cy="731520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078992"/>
            <a:ext cx="166420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✓ Approved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920240"/>
            <a:ext cx="11430000" cy="16459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029968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029968"/>
            <a:ext cx="1463040" cy="347472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0299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Leave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2441448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Annual, Sick, Maternity, Compassionate, Unpaid, WACS Residency &amp; more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029968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2029968"/>
            <a:ext cx="1463040" cy="347472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0299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Auto Balance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441448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Leave balances tracked and deducted automatically — no manual counting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493008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493008"/>
            <a:ext cx="1463040" cy="347472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493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PDF Letters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904488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Professional approval letters generated instantly with all signatures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493008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3493008"/>
            <a:ext cx="1463040" cy="347472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34930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904488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Email + in-app alerts sent to everyone involved at every workflow step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956048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4956048"/>
            <a:ext cx="1463040" cy="347472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956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Calendar 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367528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Visual tracker showing who is on leave across the whole organisation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956048"/>
            <a:ext cx="54864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4956048"/>
            <a:ext cx="1463040" cy="347472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49560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Reject &amp; Resubmit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367528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Rejections notify employee with reason; employee can resubmit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55448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Africa Eye Foundation  ·  AEF HR Management System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"/>
            <a:ext cx="12188952" cy="91440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91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Personnel Appraisal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1B8CF"/>
                </a:solidFill>
              </a:rPr>
              <a:t>End-to-end grading, overrides, PDF — fully digital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554480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7472" y="1078992"/>
            <a:ext cx="1737360" cy="54864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078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1. Employee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1" y="124358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1B8CF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7712" y="1078992"/>
            <a:ext cx="1737360" cy="54864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67712" y="1078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2. Co-Worker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2" y="124358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1B8CF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7952" y="1078992"/>
            <a:ext cx="1737360" cy="54864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87952" y="1078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3. Supervisor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5312" y="124358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1B8CF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8192" y="1078992"/>
            <a:ext cx="1737360" cy="54864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08192" y="1078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4. HR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124358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1B8CF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2" y="1078992"/>
            <a:ext cx="1737360" cy="54864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2" y="1078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5. Director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65792" y="1243584"/>
            <a:ext cx="18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1B8CF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48672" y="1078992"/>
            <a:ext cx="1737360" cy="548640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1078992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</a:rPr>
              <a:t>6. CEO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1737360"/>
            <a:ext cx="11430000" cy="16459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1810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A4D68"/>
                </a:solidFill>
              </a:rPr>
              <a:t>Scoring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24028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304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4D68"/>
                </a:solidFill>
              </a:rPr>
              <a:t>Performance Factors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2715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4 factors  ×  1–5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4414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1B8CF"/>
                </a:solidFill>
              </a:rPr>
              <a:t>12.5 pts max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24028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3042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4D68"/>
                </a:solidFill>
              </a:rPr>
              <a:t>Attitude &amp; Aptitude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2715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 factors  ×  1–5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24414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1B8CF"/>
                </a:solidFill>
              </a:rPr>
              <a:t>7.5 pts max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4612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3101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4D68"/>
                </a:solidFill>
              </a:rPr>
              <a:t>Discipline Sanctions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721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Linked from HR records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3447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1B8CF"/>
                </a:solidFill>
              </a:rPr>
              <a:t>–1 per sanction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24612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3101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4D68"/>
                </a:solidFill>
              </a:rPr>
              <a:t>Awards &amp; Bonus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721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Employee of Month etc.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34472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31B8CF"/>
                </a:solidFill>
              </a:rPr>
              <a:t>+1 per award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315968"/>
            <a:ext cx="11430000" cy="16459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379976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4D68"/>
                </a:solidFill>
              </a:rPr>
              <a:t>Total = Performance + Attitude + Discipline + Awards  =  20 pts maximum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892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4D68"/>
                </a:solidFill>
              </a:rPr>
              <a:t>Score Override: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8920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HR, Admin Director, or CEO can modify the supervisor's grades. PDF shows both the original AND the override score with who changed it. Highest hierarchy is the final mark.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623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4D68"/>
                </a:solidFill>
              </a:rPr>
              <a:t>What the Supervisor sees: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56235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Employee self-assessment  →  Co-worker comment  →  Then fills appraiser rating tables + live Total Ratings calculator  →  Signs.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554480" cy="5669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56832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Africa Eye Foundation  ·  AEF HR Management System  ·  Confidential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"/>
            <a:ext cx="12188952" cy="91440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91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&amp;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713232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1B8CF"/>
                </a:solidFill>
              </a:rPr>
              <a:t>Built to be fast, secure, and always available</a:t>
            </a:r>
          </a:p>
        </p:txBody>
      </p:sp>
      <p:pic>
        <p:nvPicPr>
          <p:cNvPr id="10" name="Picture 9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554480" cy="566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078992"/>
            <a:ext cx="5486400" cy="38404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7899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463039"/>
            <a:ext cx="5486400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517904"/>
            <a:ext cx="52852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Python 3.11 · Django 4.x
PostgreSQL · Gunicorn
ReportLab (PDF) · Pillow (signatures)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078992"/>
            <a:ext cx="5486400" cy="38404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07899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63039"/>
            <a:ext cx="5486400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517904"/>
            <a:ext cx="52852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Bootstrap 5 · Bootstrap Icons
SignaturePad.js (digital sigs)
Vanilla JS live score calculator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10711"/>
            <a:ext cx="5486400" cy="38404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10711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59"/>
            <a:ext cx="5486400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849623"/>
            <a:ext cx="52852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Railway cloud PaaS
Auto-deploy from GitHub
HTTPS enforced, zero downtime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410711"/>
            <a:ext cx="5486400" cy="38404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10711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Email &amp; Security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794759"/>
            <a:ext cx="5486400" cy="1764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3849623"/>
            <a:ext cx="52852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Resend / Anymail — transactional email
Role-based access on every view
CSRF, password hashing, env secrets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19472"/>
            <a:ext cx="11430000" cy="16459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83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4D68"/>
                </a:solidFill>
              </a:rPr>
              <a:t>GitHub push  →  Railway auto-deploys in under 2 minutes  ·  Accessible from any browser, any device, anywhere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6811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›  WhiteNoise serves static files — no CDN required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70448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›  Signatures stored as base64 in DB — no file storage dependency in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272784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</a:rPr>
              <a:t>›  All secrets in Railway environment variables — nothing hardcoded in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"/>
            <a:ext cx="1737360" cy="6217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A4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656832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Africa Eye Foundation  ·  AEF HR Management System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0972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Live Demo  &amp;  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1430000" cy="16459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932688"/>
            <a:ext cx="5394960" cy="438912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932688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68"/>
                </a:solidFill>
              </a:rPr>
              <a:t>▶  Live Demo Walkthrough (5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1.  Login as Employee — submit a leave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2.  Login as Supervisor — approve, see dashboard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3.  Open Appraisal — employee fill → co-worker → supervisor 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4.  Show live Total Ratings calculator updating in real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5.  Download the appraisal PDF — see all signatures &amp;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6.  Show contract issuance &amp; notification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932688"/>
            <a:ext cx="5394960" cy="438912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932688"/>
            <a:ext cx="5257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4D68"/>
                </a:solidFill>
              </a:rPr>
              <a:t>📌  Immediate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46304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1B8CF"/>
                </a:solidFill>
              </a:rPr>
              <a:t>  ✅  Apply DB migration on Railway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028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1B8CF"/>
                </a:solidFill>
              </a:rPr>
              <a:t>  📌  Onboard all staff with correct roles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1752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📌  Configure AEF email domain in Resend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9476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📌  HR initiates Trimester 1 – 2025 appraisal 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7200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📌  Collect digital signatures from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34924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📌  HR distributes final appraisal PDFs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126480"/>
            <a:ext cx="11430000" cy="16459"/>
          </a:xfrm>
          <a:prstGeom prst="rect">
            <a:avLst/>
          </a:prstGeom>
          <a:solidFill>
            <a:srgbClr val="31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1996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1B8CF"/>
                </a:solidFill>
              </a:rPr>
              <a:t>Thank you  —  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